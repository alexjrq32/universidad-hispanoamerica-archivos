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B9BD5"/>
                </a:solidFill>
              </a:defRPr>
            </a:pPr>
            <a:r>
              <a:t>NexBIAnalytics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9144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Del Cerebro Digital a la Sabiduría Ejecutiva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BA2AB"/>
                </a:solidFill>
              </a:defRPr>
            </a:pPr>
            <a:r>
              <a:t>Cómo convertir 100 mil facturas diarias en un tablero que le sirva a la Gerencia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0D5DB"/>
                </a:solidFill>
              </a:defRPr>
            </a:pPr>
            <a:r>
              <a:t>Cadena de Supermercados — Caso de Estudio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171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3550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BA2AB"/>
                </a:solidFill>
              </a:defRPr>
            </a:pPr>
            <a:r>
              <a:t>Grupo: NexBI Analytics   |   Integrantes: Roberto Benavente Jimenez, Roblero Quiros Alex Joan, Taleno Castro Enrique Saul, Carlos Fabian Gutierrez Barrios, Robert Fabian Mata Montenegro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El Problema: Muchos datos, poca claridad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BA2AB"/>
                </a:solidFill>
              </a:defRPr>
            </a:pPr>
            <a:r>
              <a:t>El supermercado registra 100 mil facturas al día, pero el gerente no entiende lo que pasa.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5029200"/>
            <a:ext cx="2103120" cy="822960"/>
          </a:xfrm>
          <a:prstGeom prst="rect">
            <a:avLst/>
          </a:prstGeom>
          <a:solidFill>
            <a:srgbClr val="171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0" y="5029200"/>
            <a:ext cx="2103120" cy="36576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80" y="507492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Datos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80" y="539496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BA2AB"/>
                </a:solidFill>
              </a:defRPr>
            </a:pPr>
            <a:r>
              <a:t>100 mil facturas guardadas</a:t>
            </a:r>
            <a:br/>
            <a:r>
              <a:t>sin orden ni contexto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0" y="3931920"/>
            <a:ext cx="3931920" cy="822960"/>
          </a:xfrm>
          <a:prstGeom prst="rect">
            <a:avLst/>
          </a:prstGeom>
          <a:solidFill>
            <a:srgbClr val="171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0" y="3931920"/>
            <a:ext cx="3931920" cy="36576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397764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Información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429768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BA2AB"/>
                </a:solidFill>
              </a:defRPr>
            </a:pPr>
            <a:r>
              <a:t>Datos ordenados y</a:t>
            </a:r>
            <a:br/>
            <a:r>
              <a:t>con sentido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0" y="2834640"/>
            <a:ext cx="5760720" cy="822960"/>
          </a:xfrm>
          <a:prstGeom prst="rect">
            <a:avLst/>
          </a:prstGeom>
          <a:solidFill>
            <a:srgbClr val="171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0" y="2834640"/>
            <a:ext cx="5760720" cy="36576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3280" y="288036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Conocimiento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320040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BA2AB"/>
                </a:solidFill>
              </a:defRPr>
            </a:pPr>
            <a:r>
              <a:t>Patrones y tendencias</a:t>
            </a:r>
            <a:br/>
            <a:r>
              <a:t>para entender el negocio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0" y="1737360"/>
            <a:ext cx="7589520" cy="82296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286000" y="1737360"/>
            <a:ext cx="7589520" cy="36576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68880" y="1783080"/>
            <a:ext cx="7223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Sabiduría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2103120"/>
            <a:ext cx="7223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0D5DB"/>
                </a:solidFill>
              </a:defRPr>
            </a:pPr>
            <a:r>
              <a:t>Alertas y consejos</a:t>
            </a:r>
            <a:br/>
            <a:r>
              <a:t>para tomar decisiones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6217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B9BD5"/>
                </a:solidFill>
              </a:defRPr>
            </a:pPr>
            <a:r>
              <a:t>NexBIAnalytics sube esta pirámide automáticamente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¿Cómo lo hacemos?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BA2AB"/>
                </a:solidFill>
              </a:defRPr>
            </a:pPr>
            <a:r>
              <a:t>NexBIAnalytics conecta, limpia y ordena los datos para que el gerente vea lo importante.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3474720" cy="4114800"/>
          </a:xfrm>
          <a:prstGeom prst="rect">
            <a:avLst/>
          </a:prstGeom>
          <a:solidFill>
            <a:srgbClr val="171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3474720" cy="4572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1. Ordenar los datos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46888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BA2AB"/>
                </a:solidFill>
              </a:defRPr>
            </a:pPr>
            <a:r>
              <a:t>• Eliminamos facturas repetidas</a:t>
            </a:r>
            <a:br/>
            <a:r>
              <a:t>• Unificamos nombres de productos</a:t>
            </a:r>
            <a:br/>
            <a:r>
              <a:t>• Agregamos datos del proveedor</a:t>
            </a:r>
            <a:br/>
            <a:r>
              <a:t>• Organizamos por hora y sucursal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828800"/>
            <a:ext cx="3474720" cy="4114800"/>
          </a:xfrm>
          <a:prstGeom prst="rect">
            <a:avLst/>
          </a:prstGeom>
          <a:solidFill>
            <a:srgbClr val="171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828800"/>
            <a:ext cx="3474720" cy="4572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20116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2. Crear indicadores clave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46888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BA2AB"/>
                </a:solidFill>
              </a:defRPr>
            </a:pPr>
            <a:r>
              <a:t>• Cuánto vende cada tienda</a:t>
            </a:r>
            <a:br/>
            <a:r>
              <a:t>• Cuánto gasta un cliente en promedio</a:t>
            </a:r>
            <a:br/>
            <a:r>
              <a:t>• Qué producto se vende más</a:t>
            </a:r>
            <a:br/>
            <a:r>
              <a:t>• Cuál es el margen de ganancia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1828800"/>
            <a:ext cx="3474720" cy="4114800"/>
          </a:xfrm>
          <a:prstGeom prst="rect">
            <a:avLst/>
          </a:prstGeom>
          <a:solidFill>
            <a:srgbClr val="171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1828800"/>
            <a:ext cx="3474720" cy="4572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20116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3. Predecir y alertar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46888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BA2AB"/>
                </a:solidFill>
              </a:defRPr>
            </a:pPr>
            <a:r>
              <a:t>• Pronosticar qué se va a vender</a:t>
            </a:r>
            <a:br/>
            <a:r>
              <a:t>• Detectar caídas raras en ventas</a:t>
            </a:r>
            <a:br/>
            <a:r>
              <a:t>• Identificar los mejores clientes</a:t>
            </a:r>
            <a:br/>
            <a:r>
              <a:t>• Saber cuándo ajustar precios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El Tablero: Todo lo que necesita saber en 30 segundos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BA2AB"/>
                </a:solidFill>
              </a:defRPr>
            </a:pPr>
            <a:r>
              <a:t>¿Vamos bien o mal? Esa pregunta la responde esta pantalla.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737360"/>
            <a:ext cx="2560320" cy="1371600"/>
          </a:xfrm>
          <a:prstGeom prst="rect">
            <a:avLst/>
          </a:prstGeom>
          <a:solidFill>
            <a:srgbClr val="171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BA2AB"/>
                </a:solidFill>
              </a:defRPr>
            </a:pPr>
            <a:r>
              <a:t>Venta Hoy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₡4.8M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603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5B9BD5"/>
                </a:solidFill>
              </a:defRPr>
            </a:pPr>
            <a:r>
              <a:t>▲ +12%</a:t>
            </a:r>
          </a:p>
        </p:txBody>
      </p:sp>
      <p:sp>
        <p:nvSpPr>
          <p:cNvPr id="8" name="Rectangle 7"/>
          <p:cNvSpPr/>
          <p:nvPr/>
        </p:nvSpPr>
        <p:spPr>
          <a:xfrm>
            <a:off x="3566160" y="1737360"/>
            <a:ext cx="2560320" cy="1371600"/>
          </a:xfrm>
          <a:prstGeom prst="rect">
            <a:avLst/>
          </a:prstGeom>
          <a:solidFill>
            <a:srgbClr val="171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18288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BA2AB"/>
                </a:solidFill>
              </a:defRPr>
            </a:pPr>
            <a:r>
              <a:t>Ticket Prom.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1031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₡2,560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5603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57C7C"/>
                </a:solidFill>
              </a:defRPr>
            </a:pPr>
            <a:r>
              <a:t>▼ -3%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737360"/>
            <a:ext cx="2560320" cy="1371600"/>
          </a:xfrm>
          <a:prstGeom prst="rect">
            <a:avLst/>
          </a:prstGeom>
          <a:solidFill>
            <a:srgbClr val="171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8288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BA2AB"/>
                </a:solidFill>
              </a:defRPr>
            </a:pPr>
            <a:r>
              <a:t>Rotación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1031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8 días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5603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5B9BD5"/>
                </a:solidFill>
              </a:defRPr>
            </a:pPr>
            <a:r>
              <a:t>▲ +0.5d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35440" y="1737360"/>
            <a:ext cx="2560320" cy="1371600"/>
          </a:xfrm>
          <a:prstGeom prst="rect">
            <a:avLst/>
          </a:prstGeom>
          <a:solidFill>
            <a:srgbClr val="171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0" y="18288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BA2AB"/>
                </a:solidFill>
              </a:defRPr>
            </a:pPr>
            <a:r>
              <a:t>Sell-Out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0" y="21031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78%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25603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5B9BD5"/>
                </a:solidFill>
              </a:defRPr>
            </a:pPr>
            <a:r>
              <a:t>▲ +2%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3383280"/>
            <a:ext cx="10698480" cy="2743200"/>
          </a:xfrm>
          <a:prstGeom prst="rect">
            <a:avLst/>
          </a:prstGeom>
          <a:solidFill>
            <a:srgbClr val="171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35661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Alertas en Tiempo Real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114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0D5DB"/>
                </a:solidFill>
              </a:defRPr>
            </a:pPr>
            <a:r>
              <a:t>Sucursal Norte: ventas cayeron 22% - revisar qué está pasando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46177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0D5DB"/>
                </a:solidFill>
              </a:defRPr>
            </a:pPr>
            <a:r>
              <a:t>Leche Entera: se está agotando en 3 sucursales - pedir ya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120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0D5DB"/>
                </a:solidFill>
              </a:defRPr>
            </a:pPr>
            <a:r>
              <a:t>Arroz en Sur: la demanda subirá 35% - recomiendo reponer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¿Qué cambia con NexBIAnalytics?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2286000" cy="45720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3200400" y="1280160"/>
            <a:ext cx="4389120" cy="45720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91840" y="128016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Antes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0" y="1280160"/>
            <a:ext cx="3657600" cy="45720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0" y="12801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Con NexBIAnalytics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828800"/>
            <a:ext cx="2286000" cy="457200"/>
          </a:xfrm>
          <a:prstGeom prst="rect">
            <a:avLst/>
          </a:prstGeom>
          <a:solidFill>
            <a:srgbClr val="171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874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Datos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1828800"/>
            <a:ext cx="4389120" cy="457200"/>
          </a:xfrm>
          <a:prstGeom prst="rect">
            <a:avLst/>
          </a:prstGeom>
          <a:solidFill>
            <a:srgbClr val="171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0" y="187452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57C7C"/>
                </a:solidFill>
              </a:defRPr>
            </a:pPr>
            <a:r>
              <a:t>100 mil facturas sin orden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0" y="1828800"/>
            <a:ext cx="3657600" cy="457200"/>
          </a:xfrm>
          <a:prstGeom prst="rect">
            <a:avLst/>
          </a:prstGeom>
          <a:solidFill>
            <a:srgbClr val="171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1874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B9BD5"/>
                </a:solidFill>
              </a:defRPr>
            </a:pPr>
            <a:r>
              <a:t>Un solo indicador claro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2377440"/>
            <a:ext cx="2286000" cy="457200"/>
          </a:xfrm>
          <a:prstGeom prst="rect">
            <a:avLst/>
          </a:prstGeom>
          <a:solidFill>
            <a:srgbClr val="1317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24231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Visibilidad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0" y="2377440"/>
            <a:ext cx="4389120" cy="457200"/>
          </a:xfrm>
          <a:prstGeom prst="rect">
            <a:avLst/>
          </a:prstGeom>
          <a:solidFill>
            <a:srgbClr val="1317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91840" y="242316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57C7C"/>
                </a:solidFill>
              </a:defRPr>
            </a:pPr>
            <a:r>
              <a:t>Cada area ve solo lo suyo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0" y="2377440"/>
            <a:ext cx="3657600" cy="457200"/>
          </a:xfrm>
          <a:prstGeom prst="rect">
            <a:avLst/>
          </a:prstGeom>
          <a:solidFill>
            <a:srgbClr val="1317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63840" y="24231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B9BD5"/>
                </a:solidFill>
              </a:defRPr>
            </a:pPr>
            <a:r>
              <a:t>Todo en una sola pantalla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2926080"/>
            <a:ext cx="2286000" cy="457200"/>
          </a:xfrm>
          <a:prstGeom prst="rect">
            <a:avLst/>
          </a:prstGeom>
          <a:solidFill>
            <a:srgbClr val="171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2971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Tiempo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0" y="2926080"/>
            <a:ext cx="4389120" cy="457200"/>
          </a:xfrm>
          <a:prstGeom prst="rect">
            <a:avLst/>
          </a:prstGeom>
          <a:solidFill>
            <a:srgbClr val="171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91840" y="297180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57C7C"/>
                </a:solidFill>
              </a:defRPr>
            </a:pPr>
            <a:r>
              <a:t>Reaccionaba cuando ya paso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0" y="2926080"/>
            <a:ext cx="3657600" cy="457200"/>
          </a:xfrm>
          <a:prstGeom prst="rect">
            <a:avLst/>
          </a:prstGeom>
          <a:solidFill>
            <a:srgbClr val="171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63840" y="29718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B9BD5"/>
                </a:solidFill>
              </a:defRPr>
            </a:pPr>
            <a:r>
              <a:t>Ahora anticipa lo que viene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3474720"/>
            <a:ext cx="2286000" cy="457200"/>
          </a:xfrm>
          <a:prstGeom prst="rect">
            <a:avLst/>
          </a:prstGeom>
          <a:solidFill>
            <a:srgbClr val="1317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3520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Decision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0" y="3474720"/>
            <a:ext cx="4389120" cy="457200"/>
          </a:xfrm>
          <a:prstGeom prst="rect">
            <a:avLst/>
          </a:prstGeom>
          <a:solidFill>
            <a:srgbClr val="1317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91840" y="352044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57C7C"/>
                </a:solidFill>
              </a:defRPr>
            </a:pPr>
            <a:r>
              <a:t>Decidia por corazonada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0" y="3474720"/>
            <a:ext cx="3657600" cy="457200"/>
          </a:xfrm>
          <a:prstGeom prst="rect">
            <a:avLst/>
          </a:prstGeom>
          <a:solidFill>
            <a:srgbClr val="1317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63840" y="35204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B9BD5"/>
                </a:solidFill>
              </a:defRPr>
            </a:pPr>
            <a:r>
              <a:t>Decide con datos reales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4206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El sistema aprende y mejora con cada decision que se toma.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46634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D0D5DB"/>
                </a:solidFill>
              </a:defRPr>
            </a:pPr>
            <a:r>
              <a:t>Datos → NexBIAnalytics → Tablero → Decision → Resultado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5120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B9BD5"/>
                </a:solidFill>
              </a:defRPr>
            </a:pPr>
            <a:r>
              <a:t>Cada vez que el gerente decide algo, el sistema se vuelve mas inteligente.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B9BD5"/>
                </a:solidFill>
              </a:defRPr>
            </a:pPr>
            <a:r>
              <a:t>NexBIAnalytics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¿Preguntas?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BA2AB"/>
                </a:solidFill>
              </a:defRPr>
            </a:pPr>
            <a:r>
              <a:t>De 100 mil facturas diarias a una decision inteligente.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23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B9BD5"/>
                </a:solidFill>
              </a:defRPr>
            </a:pPr>
            <a:r>
              <a:t>Datos → Informacion → Conocimiento → Sabiduria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171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3550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BA2AB"/>
                </a:solidFill>
              </a:defRPr>
            </a:pPr>
            <a:r>
              <a:t>Grupo: NexBI Analytics   |   Integrantes: Roberto Benavente Jimenez, Roblero Quiros Alex Joan, Taleno Castro Enrique Saul, Carlos Fabian Gutierrez Barrios, Robert Fabian Mata Montenegro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